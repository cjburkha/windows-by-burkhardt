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32000"/>
            <a:ext cx="10160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AA78"/>
                </a:solidFill>
              </a:defRPr>
            </a:pPr>
            <a:r>
              <a:t>Lead Generation Reactivation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302000"/>
            <a:ext cx="1016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Milwaukee • Madison • Seattle | 4-Week Pilot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AA78"/>
                </a:solidFill>
              </a:defRPr>
            </a:pPr>
            <a:r>
              <a:t>Campaign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10160000" cy="6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Reactivate dormant leads into active opportunities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Create consistent pipeline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Segment: Existing, Canceled, No Sale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Validate with 4-week pilot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Build scalable system across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AA78"/>
                </a:solidFill>
              </a:defRPr>
            </a:pPr>
            <a:r>
              <a:t>Campaign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10160000" cy="6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Landing pages: Milwaukee, Madison, Seattle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Emails from Managing Sales Partner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Localized SMS reply routing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4-week drip campaign (pilot = canceled leads)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CRM segmentation + tracking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Optional Facebook retargeting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Data lifecycle up to 5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AA78"/>
                </a:solidFill>
              </a:defRPr>
            </a:pPr>
            <a:r>
              <a:t>GoHighLevel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444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AA78"/>
                </a:solidFill>
              </a:defRPr>
            </a:pPr>
            <a:r>
              <a:t>Strengths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All-in-one CRM + SMS + email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Strong automation workflows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Scales across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1524000"/>
            <a:ext cx="444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AA78"/>
                </a:solidFill>
              </a:defRPr>
            </a:pPr>
            <a:r>
              <a:t>Limitations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Less polished email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Setup complexity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Learning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04000"/>
            <a:ext cx="889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A78"/>
                </a:solidFill>
              </a:defRPr>
            </a:pPr>
            <a:r>
              <a:t>Estimated Cost: $100–$300/month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AA78"/>
                </a:solidFill>
              </a:defRPr>
            </a:pPr>
            <a:r>
              <a:t>Mailchimp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444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AA78"/>
                </a:solidFill>
              </a:defRPr>
            </a:pPr>
            <a:r>
              <a:t>Strengths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Best email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Fast deployment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Strong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1524000"/>
            <a:ext cx="444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AA78"/>
                </a:solidFill>
              </a:defRPr>
            </a:pPr>
            <a:r>
              <a:t>Limitations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Limited SMS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Needs integrations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Not full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04000"/>
            <a:ext cx="889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A78"/>
                </a:solidFill>
              </a:defRPr>
            </a:pPr>
            <a:r>
              <a:t>Estimated Cost: $50–$300/month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AA78"/>
                </a:solidFill>
              </a:defRPr>
            </a:pPr>
            <a:r>
              <a:t>Custom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444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AA78"/>
                </a:solidFill>
              </a:defRPr>
            </a:pPr>
            <a:r>
              <a:t>Strengths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Fully tailored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Full data control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Highly flexible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1524000"/>
            <a:ext cx="444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AA78"/>
                </a:solidFill>
              </a:defRPr>
            </a:pPr>
            <a:r>
              <a:t>Limitations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High upfront cost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Long build time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Maintenance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04000"/>
            <a:ext cx="889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A78"/>
                </a:solidFill>
              </a:defRPr>
            </a:pPr>
            <a:r>
              <a:t>Estimated Cost: $10K–$50K+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AA78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10160000" cy="6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Start with GoHighLevel pilot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Launch canceled lead campaign first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Measure ROI + conversion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Add Facebook Ads after validation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Scale to all markets in 60–90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8890000"/>
            <a:ext cx="1143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Drip Campaign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